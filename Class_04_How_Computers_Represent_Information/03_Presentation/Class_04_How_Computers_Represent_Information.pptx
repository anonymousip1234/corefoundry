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tone; do not read the slide aloud.</a:t>
            </a:r>
          </a:p>
          <a:p>
            <a:r>
              <a:t>Say: Briefly connect back to Class 03 in one sentence before starting.</a:t>
            </a:r>
          </a:p>
          <a:p>
            <a:r>
              <a:t>Transition: If computers work with information like text, images, and sound, how do they actually represent that information?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[DO NOT ANSWER YET]</a:t>
            </a:r>
          </a:p>
          <a:p>
            <a:r>
              <a:t>TIME: 2 min (Guide §8)</a:t>
            </a:r>
          </a:p>
          <a:p>
            <a:r>
              <a:t>Purpose: Open the central question of the whole class - do not resolve it here.</a:t>
            </a:r>
          </a:p>
          <a:p>
            <a:r>
              <a:t>Board: None.</a:t>
            </a:r>
          </a:p>
          <a:p>
            <a:r>
              <a:t>Transition: Let's back up to exactly where we left off last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6 min (Guide §9)</a:t>
            </a:r>
          </a:p>
          <a:p>
            <a:r>
              <a:t>Purpose: Re-anchor Class 03's chain before extending it - create continuity, not a new lecture.</a:t>
            </a:r>
          </a:p>
          <a:p>
            <a:r>
              <a:t>Ask: What is data, from last class? Did we ever ask how that information sits inside a computer?</a:t>
            </a:r>
          </a:p>
          <a:p>
            <a:r>
              <a:t>Expected: "Recorded information about something." Most will realize we never asked the second question.</a:t>
            </a:r>
          </a:p>
          <a:p>
            <a:r>
              <a:t>Board: None.</a:t>
            </a:r>
          </a:p>
          <a:p>
            <a:r>
              <a:t>Transition: That's exactly today's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9 min (Guide §10)</a:t>
            </a:r>
          </a:p>
          <a:p>
            <a:r>
              <a:t>Purpose: Establish that a computer can't 'just understand' a real-world thing.</a:t>
            </a:r>
          </a:p>
          <a:p>
            <a:r>
              <a:t>Ask: Can a computer just 'look at' a photograph the way you do? What does it need instead?</a:t>
            </a:r>
          </a:p>
          <a:p>
            <a:r>
              <a:t>Expected: No; some kind of stored representation.</a:t>
            </a:r>
          </a:p>
          <a:p>
            <a:r>
              <a:t>Board: None.</a:t>
            </a:r>
          </a:p>
          <a:p>
            <a:r>
              <a:t>Transition: How can one machine represent so many different kinds of things?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[DO NOT ANSWER YET]</a:t>
            </a:r>
          </a:p>
          <a:p>
            <a:r>
              <a:t>TIME: (part of Guide §10)</a:t>
            </a:r>
          </a:p>
          <a:p>
            <a:r>
              <a:t>Purpose: Bank the big puzzle the class will spend the rest of the day resolving.</a:t>
            </a:r>
          </a:p>
          <a:p>
            <a:r>
              <a:t>Board: None.</a:t>
            </a:r>
          </a:p>
          <a:p>
            <a:r>
              <a:t>Transition: Let's not start with computers at all. Let's start with a light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8 min (Guide §11)</a:t>
            </a:r>
          </a:p>
          <a:p>
            <a:r>
              <a:t>Purpose: Ground 'digital' in familiar two-state systems before naming anything technical.</a:t>
            </a:r>
          </a:p>
          <a:p>
            <a:r>
              <a:t>Ask: How many states does a light switch have? Name another everyday two-state system.</a:t>
            </a:r>
          </a:p>
          <a:p>
            <a:r>
              <a:t>Expected: Two; yes/no, open/closed, heads/tails.</a:t>
            </a:r>
          </a:p>
          <a:p>
            <a:r>
              <a:t>Board: Drawing #1 — a two-state switch (OFF ↔ ON).</a:t>
            </a:r>
          </a:p>
          <a:p>
            <a:r>
              <a:t>Transition: Computers are built from exactly this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(part of Guide §11)</a:t>
            </a:r>
          </a:p>
          <a:p>
            <a:r>
              <a:t>Purpose: Name 'digital' only after the two-state intuition is built. No electronics or signal-processing detail.</a:t>
            </a:r>
          </a:p>
          <a:p>
            <a:r>
              <a:t>Say: This doesn't mean everything in reality is naturally two-state — a dimmer switch isn't. Computers *build* complex representations out of many simple, reliable two-state pieces.</a:t>
            </a:r>
          </a:p>
          <a:p>
            <a:r>
              <a:t>Board: None.</a:t>
            </a:r>
          </a:p>
          <a:p>
            <a:r>
              <a:t>Transition: There's a name for one of these two-state units inside a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§12) — NON-NEGOTIABLE</a:t>
            </a:r>
          </a:p>
          <a:p>
            <a:r>
              <a:t>Purpose: Name the building block clearly, only after the intuition is built. A bit is not a special kind of number.</a:t>
            </a:r>
          </a:p>
          <a:p>
            <a:r>
              <a:t>Say: 0 and 1 are just the conventional symbols for the two states — we could just as easily call them off/on.</a:t>
            </a:r>
          </a:p>
          <a:p>
            <a:r>
              <a:t>Board: Drawing #2 — one bit: 0 | 1.</a:t>
            </a:r>
          </a:p>
          <a:p>
            <a:r>
              <a:t>Transition: But why two states, instead of ten like our normal counting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5 min (Guide §14) — NON-NEGOTIABLE</a:t>
            </a:r>
          </a:p>
          <a:p>
            <a:r>
              <a:t>Purpose: One bit gives exactly two possibilities - land this before adding a second bit.</a:t>
            </a:r>
          </a:p>
          <a:p>
            <a:r>
              <a:t>Ask: If we only have one switch, how many different messages can we send with it?</a:t>
            </a:r>
          </a:p>
          <a:p>
            <a:r>
              <a:t>Expected: Two.</a:t>
            </a:r>
          </a:p>
          <a:p>
            <a:r>
              <a:t>Board: Reuse Drawing #2.</a:t>
            </a:r>
          </a:p>
          <a:p>
            <a:r>
              <a:t>Transition: What if we only have one switch — how many different messages can we send?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(bridges Guide §14 → §15)</a:t>
            </a:r>
          </a:p>
          <a:p>
            <a:r>
              <a:t>Purpose: Let the limitation of one bit be felt before adding a second.</a:t>
            </a:r>
          </a:p>
          <a:p>
            <a:r>
              <a:t>Board: None.</a:t>
            </a:r>
          </a:p>
          <a:p>
            <a:r>
              <a:t>Transition: Let's try adding a second switch and see what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[ASK]</a:t>
            </a:r>
          </a:p>
          <a:p>
            <a:r>
              <a:t>TIME: 7 min (Guide §15) — NON-NEGOTIABLE</a:t>
            </a:r>
          </a:p>
          <a:p>
            <a:r>
              <a:t>Purpose: Build the four combinations live, one at a time - let students call them out rather than revealing the finished list.</a:t>
            </a:r>
          </a:p>
          <a:p>
            <a:r>
              <a:t>Ask: List every possible combination of two bits. How many did we find?</a:t>
            </a:r>
          </a:p>
          <a:p>
            <a:r>
              <a:t>Expected: 00, 01, 10, 11 — four.</a:t>
            </a:r>
          </a:p>
          <a:p>
            <a:r>
              <a:t>Board: Drawing #3 — two bits: 00/01/10/11.</a:t>
            </a:r>
          </a:p>
          <a:p>
            <a:r>
              <a:t>Transition: Notice — we didn't just add two more options, we doubled them. What happens with a third bit?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[PREDICT]</a:t>
            </a:r>
          </a:p>
          <a:p>
            <a:r>
              <a:t>TIME: 8 min (Guide §16) — NON-NEGOTIABLE</a:t>
            </a:r>
          </a:p>
          <a:p>
            <a:r>
              <a:t>Purpose: Install the doubling pattern intuitively - do NOT drill this as a formula or write 2ⁿ on the board.</a:t>
            </a:r>
          </a:p>
          <a:p>
            <a:r>
              <a:t>Ask: If two bits give four combinations, how many do you think three bits will give?</a:t>
            </a:r>
          </a:p>
          <a:p>
            <a:r>
              <a:t>Expected: Eight — reveal by building the list, or by extending the visual pattern.</a:t>
            </a:r>
          </a:p>
          <a:p>
            <a:r>
              <a:t>Board: Drawing #4 — 1→2, 2→4, 3→8.</a:t>
            </a:r>
          </a:p>
          <a:p>
            <a:r>
              <a:t>Transition: More bits give more combinations. But combinations of what? '01' doesn't mean anything on its own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§17) — NON-NEGOTIABLE</a:t>
            </a:r>
          </a:p>
          <a:p>
            <a:r>
              <a:t>Purpose: Land the class's central reframe before surveying what bits can represent.</a:t>
            </a:r>
          </a:p>
          <a:p>
            <a:r>
              <a:t>Board: None.</a:t>
            </a:r>
          </a:p>
          <a:p>
            <a:r>
              <a:t>Transition: Remember Class 03's canteen example?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(part of Guide §17)</a:t>
            </a:r>
          </a:p>
          <a:p>
            <a:r>
              <a:t>Purpose: Explicit callback — one of the strongest connective threads in the class.</a:t>
            </a:r>
          </a:p>
          <a:p>
            <a:r>
              <a:t>Say: The canteen being crowded is a real, physical fact. '80% full' is just our recorded representation of that fact. Binary works exactly the same way.</a:t>
            </a:r>
          </a:p>
          <a:p>
            <a:r>
              <a:t>Board: None.</a:t>
            </a:r>
          </a:p>
          <a:p>
            <a:r>
              <a:t>Transition: So bits represent things. But what kinds of things — just numbers?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8 min (Guide §18) — NON-NEGOTIABLE</a:t>
            </a:r>
          </a:p>
          <a:p>
            <a:r>
              <a:t>Purpose: Survey the breadth of what bits can represent — no encoding mechanisms.</a:t>
            </a:r>
          </a:p>
          <a:p>
            <a:r>
              <a:t>Ask: Could a number be represented with bits? A letter or word? A photograph?</a:t>
            </a:r>
          </a:p>
          <a:p>
            <a:r>
              <a:t>Expected: Yes to all — the photograph stays a little mysterious, and that's fine.</a:t>
            </a:r>
          </a:p>
          <a:p>
            <a:r>
              <a:t>Board: Drawing #6 — many information types → bits.</a:t>
            </a:r>
          </a:p>
          <a:p>
            <a:r>
              <a:t>Transition: If the same bit pattern could theoretically be a number or a letter, how do we know which it actually 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IT STAY UNRESOLVED]</a:t>
            </a:r>
          </a:p>
          <a:p>
            <a:r>
              <a:t>TIME: (part of Guide §18)</a:t>
            </a:r>
          </a:p>
          <a:p>
            <a:r>
              <a:t>Purpose: A curiosity-generating question — it's fine to leave this a little unresolved on purpose.</a:t>
            </a:r>
          </a:p>
          <a:p>
            <a:r>
              <a:t>Board: None.</a:t>
            </a:r>
          </a:p>
          <a:p>
            <a:r>
              <a:t>Transition: Does a sequence of bits carry its meaning by itself?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7 min (Guide §19)</a:t>
            </a:r>
          </a:p>
          <a:p>
            <a:r>
              <a:t>Purpose: Meaning requires an agreed interpretation — the marks themselves didn't change.</a:t>
            </a:r>
          </a:p>
          <a:p>
            <a:r>
              <a:t>Ask: What matters more — the bits themselves, or how we interpret them?</a:t>
            </a:r>
          </a:p>
          <a:p>
            <a:r>
              <a:t>Expected: Both matter, but interpretation is what turns a pattern into meaning.</a:t>
            </a:r>
          </a:p>
          <a:p>
            <a:r>
              <a:t>Board: None.</a:t>
            </a:r>
          </a:p>
          <a:p>
            <a:r>
              <a:t>Transition: Let's put the entire day's reasoning on one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(closes Guide §19)</a:t>
            </a:r>
          </a:p>
          <a:p>
            <a:r>
              <a:t>Purpose: One clean, quotable statement to close the interpretation discussion.</a:t>
            </a:r>
          </a:p>
          <a:p>
            <a:r>
              <a:t>Board: None.</a:t>
            </a:r>
          </a:p>
          <a:p>
            <a:r>
              <a:t>Transition: Let's put the entire day's reasoning on one board — starting all the way back at Class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6 min (Guide §20) — NON-NEGOTIABLE, HERO MOMENT</a:t>
            </a:r>
          </a:p>
          <a:p>
            <a:r>
              <a:t>Purpose: Build this top to bottom, one line at a time - never reveal it finished. The top three lines are exactly Class 03's chain; today extended it.</a:t>
            </a:r>
          </a:p>
          <a:p>
            <a:r>
              <a:t>Board: Drawing #5 — the full bridge, built live.</a:t>
            </a:r>
          </a:p>
          <a:p>
            <a:r>
              <a:t>Transition: Time to try this yourselves.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</a:t>
            </a:r>
          </a:p>
          <a:p>
            <a:r>
              <a:t>TIME: 10 min (Guide §21) — NON-NEGOTIABLE, HERO ACTIVITY</a:t>
            </a:r>
          </a:p>
          <a:p>
            <a:r>
              <a:t>Purpose: Let students invent meaning themselves, then realize the meaning came from them, not the bits.</a:t>
            </a:r>
          </a:p>
          <a:p>
            <a:r>
              <a:t>Say: If a group is stuck, offer a theme: four colors, four moods, a tiny traffic-light-style signal.</a:t>
            </a:r>
          </a:p>
          <a:p>
            <a:r>
              <a:t>Board: Record 2–3 different student inventions side by side.</a:t>
            </a:r>
          </a:p>
          <a:p>
            <a:r>
              <a:t>Transition: Here's one possible invention.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(part of Guide §21)</a:t>
            </a:r>
          </a:p>
          <a:p>
            <a:r>
              <a:t>Purpose: A worked example for groups that are stuck — not the only correct answer.</a:t>
            </a:r>
          </a:p>
          <a:p>
            <a:r>
              <a:t>Board: None.</a:t>
            </a:r>
          </a:p>
          <a:p>
            <a:r>
              <a:t>Transition: Now the key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(closes Guide §21)</a:t>
            </a:r>
          </a:p>
          <a:p>
            <a:r>
              <a:t>Purpose: Land the realization the whole activity was built for.</a:t>
            </a:r>
          </a:p>
          <a:p>
            <a:r>
              <a:t>Expected: No — the meaning came from the system each student agreed on.</a:t>
            </a:r>
          </a:p>
          <a:p>
            <a:r>
              <a:t>Board: None.</a:t>
            </a:r>
          </a:p>
          <a:p>
            <a:r>
              <a:t>Transition: Let's check a few misconceptions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4 min (Guide §23) — NON-NEGOTIABLE</a:t>
            </a:r>
          </a:p>
          <a:p>
            <a:r>
              <a:t>Purpose: One visual summary of every keyword and the full chain.</a:t>
            </a:r>
          </a:p>
          <a:p>
            <a:r>
              <a:t>Ask: Why does a computer need a representation? What is a bit? How many combinations do 2 bits give? 3 bits?</a:t>
            </a:r>
          </a:p>
          <a:p>
            <a:r>
              <a:t>Board: None.</a:t>
            </a:r>
          </a:p>
          <a:p>
            <a:r>
              <a:t>Transition: One question to leave you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 NOT ANSWER]</a:t>
            </a:r>
          </a:p>
          <a:p>
            <a:r>
              <a:t>TIME: (Guide §24)</a:t>
            </a:r>
          </a:p>
          <a:p>
            <a:r>
              <a:t>Purpose: Leave this open as a deliberate hook into a future class.</a:t>
            </a:r>
          </a:p>
          <a:p>
            <a:r>
              <a:t>Board: None.</a:t>
            </a:r>
          </a:p>
          <a:p>
            <a:r>
              <a:t>Transition: Class ends on the 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Close the class on this exact line, said slowly.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How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Represent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From Information → Bits →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If computers work with information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like text, images, and sound, how do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they actually represent that information?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LOOK BACK — CLASS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Happens Next?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18408" y="2633472"/>
            <a:ext cx="475488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8408" y="2633472"/>
            <a:ext cx="4754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33467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36240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18408" y="3776472"/>
            <a:ext cx="475488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8408" y="3776472"/>
            <a:ext cx="4754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8" y="44897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15848" y="47670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18408" y="4919472"/>
            <a:ext cx="475488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8408" y="4919472"/>
            <a:ext cx="4754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Data Needs a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18408" y="2976372"/>
            <a:ext cx="475488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8408" y="2976372"/>
            <a:ext cx="4754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36896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39669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18408" y="4119372"/>
            <a:ext cx="475488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8408" y="4119372"/>
            <a:ext cx="4754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Before a computer can store or process information, it needs a form of that information it can work with.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PUZZLE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Many Kinds of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206654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7251" y="206654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4422" y="206654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4422" y="206654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593" y="206654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593" y="206654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8764" y="206654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8764" y="206654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4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How can the same kind of computer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work with all of these?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EVERYDAY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 Simple Idea: Two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067812"/>
            <a:ext cx="339333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06781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87852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1E3A72"/>
                </a:solidFill>
                <a:latin typeface="Aptos Display"/>
              </a:rPr>
              <a:t>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73652"/>
            <a:ext cx="293613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OFF   |  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3067812"/>
            <a:ext cx="339333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06781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3387852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1E3A72"/>
                </a:solidFill>
                <a:latin typeface="Aptos Display"/>
              </a:rPr>
              <a:t>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4073652"/>
            <a:ext cx="293613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CLOSED   |   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7" y="3067812"/>
            <a:ext cx="3393338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8277" y="306781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7" y="3387852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1E3A72"/>
                </a:solidFill>
                <a:latin typeface="Aptos Display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7" y="4073652"/>
            <a:ext cx="293613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NO   |   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3794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1F2733"/>
                </a:solidFill>
                <a:latin typeface="Aptos"/>
              </a:rPr>
              <a:t>Information represented using distinct, clearly distinguishable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5184"/>
            <a:ext cx="509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647085"/>
                </a:solidFill>
                <a:latin typeface="Aptos"/>
              </a:rPr>
              <a:t>CONTINUOUS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749040"/>
            <a:ext cx="4358488" cy="109728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77883" y="3675888"/>
            <a:ext cx="256032" cy="256032"/>
          </a:xfrm>
          <a:prstGeom prst="ellipse">
            <a:avLst/>
          </a:prstGeom>
          <a:solidFill>
            <a:srgbClr val="64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23944"/>
            <a:ext cx="509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47085"/>
                </a:solidFill>
                <a:latin typeface="Aptos"/>
              </a:rPr>
              <a:t>could be anywhere along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8" y="2615184"/>
            <a:ext cx="509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TWO CLEAR STATES</a:t>
            </a:r>
          </a:p>
        </p:txBody>
      </p:sp>
      <p:sp>
        <p:nvSpPr>
          <p:cNvPr id="11" name="Oval 10"/>
          <p:cNvSpPr/>
          <p:nvPr/>
        </p:nvSpPr>
        <p:spPr>
          <a:xfrm>
            <a:off x="8229371" y="3552444"/>
            <a:ext cx="502920" cy="502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3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80931" y="3552444"/>
            <a:ext cx="502920" cy="502920"/>
          </a:xfrm>
          <a:prstGeom prst="ellipse">
            <a:avLst/>
          </a:prstGeom>
          <a:solidFill>
            <a:srgbClr val="1E3A72"/>
          </a:solidFill>
          <a:ln w="31750">
            <a:solidFill>
              <a:srgbClr val="1E3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8" y="4123944"/>
            <a:ext cx="509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47085"/>
                </a:solidFill>
                <a:latin typeface="Aptos"/>
              </a:rPr>
              <a:t>always clearly one or the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1528" y="35295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1">
                <a:solidFill>
                  <a:srgbClr val="647085"/>
                </a:solidFill>
                <a:latin typeface="Aptos"/>
              </a:rPr>
              <a:t>vs.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KEY BUILDING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7600" b="1" i="0">
                <a:solidFill>
                  <a:srgbClr val="1E3A72"/>
                </a:solidFill>
                <a:latin typeface="Aptos Display"/>
              </a:rPr>
              <a:t>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BINARY DIGIT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ONE OF TWO POSSIBLE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STARTING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One 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600" b="1" i="0">
                <a:solidFill>
                  <a:srgbClr val="1E3A72"/>
                </a:solidFill>
                <a:latin typeface="Aptos Display"/>
              </a:rPr>
              <a:t>ONE 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0   |   1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two possible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THINK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If one switch has two states,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how many different messages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can it represent?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A real yes/no answer only needs two options,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BUILDING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Two 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33572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33572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"/>
              </a:rPr>
              <a:t>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544" y="3433572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6544" y="3433572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3433572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8" y="3433572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9471" y="3433572"/>
            <a:ext cx="2522144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9471" y="3433572"/>
            <a:ext cx="25221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Four possible combinations — not two more, but double the one-bit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PREDICT BEFORE YOU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Binary Combinations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1 BIT  →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5808" y="3264408"/>
            <a:ext cx="640080" cy="22860"/>
          </a:xfrm>
          <a:prstGeom prst="roundRect">
            <a:avLst>
              <a:gd name="adj" fmla="val 6000"/>
            </a:avLst>
          </a:prstGeom>
          <a:solidFill>
            <a:srgbClr val="C7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82696"/>
            <a:ext cx="10911535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2 BITS  →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5808" y="4480560"/>
            <a:ext cx="640080" cy="22860"/>
          </a:xfrm>
          <a:prstGeom prst="roundRect">
            <a:avLst>
              <a:gd name="adj" fmla="val 6000"/>
            </a:avLst>
          </a:prstGeom>
          <a:solidFill>
            <a:srgbClr val="C7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98848"/>
            <a:ext cx="10911535" cy="12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3 BITS  → 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Each extra bit roughly doubles the number of possible combinations.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CORE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Binary Is a Representation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A BIT PATTERN IS NOT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"THE THING ITSELF."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IT REPRESENTS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SAME IDEA, CLASS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Representation, Not the Real 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CLASS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“80% Full”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Represents a crowded canteen — it is not the canteen itself.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CLASS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A Bit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Represents information for a computer — it is not the information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CLOSING THE PUZZLE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Same Building Block,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7510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197510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7251" y="197510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4422" y="197510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4422" y="197510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593" y="197510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593" y="197510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8764" y="197510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8764" y="197510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VIDEO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8" y="3072384"/>
            <a:ext cx="0" cy="367200"/>
          </a:xfrm>
          <a:prstGeom prst="line">
            <a:avLst/>
          </a:prstGeom>
          <a:ln w="2540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15848" y="340458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32808" y="3621024"/>
            <a:ext cx="2926080" cy="868680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905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2808" y="3621024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18304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Very different information — the same underlying building block.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STILL A LITTLE MYSTERIOUS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How could millions of tiny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binary decisions possibly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describe an image?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ONE MORE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Same Marks, Different Meaning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CONTEXT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“S O 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→ a distress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CONTEXT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“S O 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→ just someone's initials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SAY IT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Where Meaning Comes From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MEANING COMES FROM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INTERPRETATION —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NOT FROM THE BITS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8408" y="1417320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18408" y="1417320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8" y="1986619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6015848" y="203433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8408" y="2186771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8" y="2186771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8" y="2756069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15848" y="280378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8408" y="2956221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408" y="2956221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3525520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35732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8408" y="3725672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8408" y="3725672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REPRESENTATION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8" y="4294971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15848" y="434269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18408" y="4495123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8408" y="4495123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BITS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8" y="5064421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6015848" y="511214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18408" y="5264573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8408" y="5264573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COMPUTER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Cyan = new today  ·  Card = already known from Class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Design a Tiny Binary Communication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You have 2 bits — four combinations: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00   01   10   11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Invent a meaning for each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ONE POSSIBLE INVENTION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Example: A Tiny Color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2203704"/>
            <a:ext cx="5400904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Bits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3280" y="2203704"/>
            <a:ext cx="5400904" cy="722376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5848" y="217627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98094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5351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3280" y="298094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8" y="295351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75818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3075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3280" y="375818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5848" y="373075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Green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453542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3280" y="453542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5848" y="450799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Blue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531266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3280" y="5312664"/>
            <a:ext cx="5400904" cy="72237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8" y="5285232"/>
            <a:ext cx="54557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0" i="0">
                <a:solidFill>
                  <a:srgbClr val="1F2733"/>
                </a:solidFill>
                <a:latin typeface="Aptos"/>
              </a:rPr>
              <a:t>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KEY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Did the bits themselves</a:t>
            </a:r>
          </a:p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contain the meaning?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Quick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7251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REPRESENTATION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4422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4422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593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593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8764" y="1997964"/>
            <a:ext cx="1962851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8764" y="1997964"/>
            <a:ext cx="19628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INTERPRETATION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5244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5876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REAL WORLD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0173" y="407822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2321477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01341" y="355244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1341" y="385876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OBSERVATION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61434" y="407822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182738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62602" y="355244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2602" y="385876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22696" y="407822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6044000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3864" y="355244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864" y="385876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REPRESENTATION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3957" y="407822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905261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5125" y="355244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5" y="385876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BITS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5218" y="407822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766522" y="399822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46386" y="355244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46386" y="385876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COMPUTER</a:t>
            </a:r>
          </a:p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QUESTION FOR NEXT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If the same building blocks can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represent numbers, text, images,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and sound — what determines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what those bits actually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“Computers do not need a different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kind of machine for every kind of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information. They can build many kinds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of digital information from the same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basic building block: bits.”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